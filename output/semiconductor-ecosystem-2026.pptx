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Presenter: Phyoe Sat Paing</a:t>
            </a:r>
            <a:endParaRPr lang="en-US" sz="1400" dirty="0"/>
          </a:p>
          <a:p>
            <a:pPr indent="0" marL="0">
              <a:buNone/>
            </a:pPr>
            <a:r>
              <a:rPr lang="en-US" sz="1400" dirty="0">
                <a:solidFill>
                  <a:srgbClr val="6B6560"/>
                </a:solidFill>
                <a:latin typeface="Aeonik" pitchFamily="34" charset="0"/>
                <a:ea typeface="Aeonik" pitchFamily="34" charset="-122"/>
                <a:cs typeface="Aeonik"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Gallium &amp;</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Aeonik" pitchFamily="34" charset="0"/>
                <a:ea typeface="Aeonik" pitchFamily="34" charset="-122"/>
                <a:cs typeface="Aeonik"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Silicon</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Aeonik" pitchFamily="34" charset="0"/>
                <a:ea typeface="Aeonik" pitchFamily="34" charset="-122"/>
                <a:cs typeface="Aeonik"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AI is the Value King; Automotive is the Volume King.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371600"/>
            <a:ext cx="105156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1828800"/>
            <a:ext cx="105156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3840480"/>
            <a:ext cx="4572000" cy="36576"/>
          </a:xfrm>
          <a:prstGeom prst="rect">
            <a:avLst/>
          </a:prstGeom>
          <a:solidFill>
            <a:srgbClr val="B84A2F"/>
          </a:solidFill>
          <a:ln/>
        </p:spPr>
      </p:sp>
      <p:sp>
        <p:nvSpPr>
          <p:cNvPr id="7" name="Text 4"/>
          <p:cNvSpPr/>
          <p:nvPr/>
        </p:nvSpPr>
        <p:spPr>
          <a:xfrm>
            <a:off x="731520" y="4206240"/>
            <a:ext cx="4572000" cy="73152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Presenter: Phyoe Sat Paing</a:t>
            </a:r>
            <a:endParaRPr lang="en-US" sz="1400" dirty="0"/>
          </a:p>
          <a:p>
            <a:pPr indent="0" marL="0">
              <a:buNone/>
            </a:pPr>
            <a:r>
              <a:rPr lang="en-US" sz="1400" dirty="0">
                <a:solidFill>
                  <a:srgbClr val="6B6560"/>
                </a:solidFill>
                <a:latin typeface="Aeonik" pitchFamily="34" charset="0"/>
                <a:ea typeface="Aeonik" pitchFamily="34" charset="-122"/>
                <a:cs typeface="Aeonik" pitchFamily="34" charset="-120"/>
              </a:rPr>
              <a:t>Boardroom Strategic Briefing</a:t>
            </a:r>
            <a:endParaRPr lang="en-US" sz="1400" dirty="0"/>
          </a:p>
        </p:txBody>
      </p:sp>
      <p:sp>
        <p:nvSpPr>
          <p:cNvPr id="8" name="Text 5"/>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2026-06-10T10:15:04Z</dcterms:created>
  <dcterms:modified xsi:type="dcterms:W3CDTF">2026-06-10T10:15:04Z</dcterms:modified>
</cp:coreProperties>
</file>