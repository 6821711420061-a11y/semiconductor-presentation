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eonik" pitchFamily="34" charset="0"/>
                <a:ea typeface="Aeonik" pitchFamily="34" charset="-122"/>
                <a:cs typeface="Aeonik"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eonik" pitchFamily="34" charset="0"/>
                <a:ea typeface="Aeonik" pitchFamily="34" charset="-122"/>
                <a:cs typeface="Aeonik"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eonik" pitchFamily="34" charset="0"/>
                <a:ea typeface="Aeonik" pitchFamily="34" charset="-122"/>
                <a:cs typeface="Aeonik"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Aeonik" pitchFamily="34" charset="0"/>
                <a:ea typeface="Aeonik" pitchFamily="34" charset="-122"/>
                <a:cs typeface="Aeonik"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Aeonik" pitchFamily="34" charset="0"/>
                <a:ea typeface="Aeonik" pitchFamily="34" charset="-122"/>
                <a:cs typeface="Aeonik"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eonik" pitchFamily="34" charset="0"/>
                <a:ea typeface="Aeonik" pitchFamily="34" charset="-122"/>
                <a:cs typeface="Aeonik"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Aeonik" pitchFamily="34" charset="0"/>
                <a:ea typeface="Aeonik" pitchFamily="34" charset="-122"/>
                <a:cs typeface="Aeonik"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eonik" pitchFamily="34" charset="0"/>
                <a:ea typeface="Aeonik" pitchFamily="34" charset="-122"/>
                <a:cs typeface="Aeonik"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eonik" pitchFamily="34" charset="0"/>
                <a:ea typeface="Aeonik" pitchFamily="34" charset="-122"/>
                <a:cs typeface="Aeonik"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eonik" pitchFamily="34" charset="0"/>
                <a:ea typeface="Aeonik" pitchFamily="34" charset="-122"/>
                <a:cs typeface="Aeonik"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Aeonik" pitchFamily="34" charset="0"/>
                <a:ea typeface="Aeonik" pitchFamily="34" charset="-122"/>
                <a:cs typeface="Aeonik"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Aeonik" pitchFamily="34" charset="0"/>
                <a:ea typeface="Aeonik" pitchFamily="34" charset="-122"/>
                <a:cs typeface="Aeonik"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Presenter: Phyoe Sat Paing</a:t>
            </a:r>
            <a:endParaRPr lang="en-US" sz="1400" dirty="0"/>
          </a:p>
          <a:p>
            <a:pPr indent="0" marL="0">
              <a:buNone/>
            </a:pPr>
            <a:r>
              <a:rPr lang="en-US" sz="1400" dirty="0">
                <a:solidFill>
                  <a:srgbClr val="6B6560"/>
                </a:solidFill>
                <a:latin typeface="Aeonik" pitchFamily="34" charset="0"/>
                <a:ea typeface="Aeonik" pitchFamily="34" charset="-122"/>
                <a:cs typeface="Aeonik"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2026-06-10T10:07:53Z</dcterms:created>
  <dcterms:modified xsi:type="dcterms:W3CDTF">2026-06-10T10:07:53Z</dcterms:modified>
</cp:coreProperties>
</file>