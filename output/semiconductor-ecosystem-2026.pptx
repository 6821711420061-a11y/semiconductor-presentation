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VVDS Fifties SCond Reg" pitchFamily="34" charset="0"/>
                <a:ea typeface="VVDS Fifties SCond Reg" pitchFamily="34" charset="-122"/>
                <a:cs typeface="VVDS Fifties SCond Reg"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Presenter: Phyoe Sat Paing</a:t>
            </a:r>
            <a:endParaRPr lang="en-US" sz="1400" dirty="0"/>
          </a:p>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Global Market Value</a:t>
            </a:r>
            <a:endParaRPr lang="en-US" sz="1400" dirty="0"/>
          </a:p>
          <a:p>
            <a:pPr algn="ct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VVDS Fifties SCond Reg" pitchFamily="34" charset="0"/>
                <a:ea typeface="VVDS Fifties SCond Reg" pitchFamily="34" charset="-122"/>
                <a:cs typeface="VVDS Fifties SCond Reg"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VVDS Fifties Exp Reg" pitchFamily="34" charset="0"/>
                <a:ea typeface="VVDS Fifties Exp Reg" pitchFamily="34" charset="-122"/>
                <a:cs typeface="VVDS Fifties Exp Reg"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Exp Reg" pitchFamily="34" charset="0"/>
                <a:ea typeface="VVDS Fifties Exp Reg" pitchFamily="34" charset="-122"/>
                <a:cs typeface="VVDS Fifties Exp Reg"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Exp Reg" pitchFamily="34" charset="0"/>
                <a:ea typeface="VVDS Fifties Exp Reg" pitchFamily="34" charset="-122"/>
                <a:cs typeface="VVDS Fifties Exp Reg"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VVDS Fifties Exp Reg" pitchFamily="34" charset="0"/>
                <a:ea typeface="VVDS Fifties Exp Reg" pitchFamily="34" charset="-122"/>
                <a:cs typeface="VVDS Fifties Exp Reg"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VVDS Fifties Exp Reg" pitchFamily="34" charset="0"/>
                <a:ea typeface="VVDS Fifties Exp Reg" pitchFamily="34" charset="-122"/>
                <a:cs typeface="VVDS Fifties Exp Reg"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VVDS Fifties SCond Reg" pitchFamily="34" charset="0"/>
                <a:ea typeface="VVDS Fifties SCond Reg" pitchFamily="34" charset="-122"/>
                <a:cs typeface="VVDS Fifties SCond Reg"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Presenter: Phyoe Sat Paing</a:t>
            </a:r>
            <a:endParaRPr lang="en-US" sz="1400" dirty="0"/>
          </a:p>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2026-06-10T09:58:01Z</dcterms:created>
  <dcterms:modified xsi:type="dcterms:W3CDTF">2026-06-10T09:58:01Z</dcterms:modified>
</cp:coreProperties>
</file>